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5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F24597-2112-30B6-3BFD-2788BC9BF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49"/>
            <a:ext cx="12194822" cy="681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0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8B5B45-9DCD-B8F2-6363-EB3A9814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1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63C880-E875-C894-3E8D-E35311EC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9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0430A3-16E6-E858-0880-E1DC508D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8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B043A-A7F8-04FA-CF16-DFA67FE55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0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3B7597-DB5C-ABF8-1D8B-DD305509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8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Phan Trong Dat 20235033</cp:lastModifiedBy>
  <cp:revision>2</cp:revision>
  <dcterms:created xsi:type="dcterms:W3CDTF">2013-01-27T09:14:16Z</dcterms:created>
  <dcterms:modified xsi:type="dcterms:W3CDTF">2026-10-13T16:19:08Z</dcterms:modified>
  <cp:category/>
</cp:coreProperties>
</file>